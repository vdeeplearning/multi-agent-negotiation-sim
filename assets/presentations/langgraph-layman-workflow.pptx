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528cbcd6554846" /><Relationship Type="http://schemas.openxmlformats.org/officeDocument/2006/relationships/extended-properties" Target="/docProps/app.xml" Id="R69e10d5f669548e4" /><Relationship Type="http://schemas.openxmlformats.org/officeDocument/2006/relationships/officeDocument" Target="/ppt/presentation.xml" Id="R277a07c4657842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5481c8c11145a8"/>
  </p:sldMasterIdLst>
  <p:notesMasterIdLst>
    <p:notesMasterId xmlns:r="http://schemas.openxmlformats.org/officeDocument/2006/relationships" r:id="R5959eac249094a64"/>
  </p:notesMasterIdLst>
  <p:sldIdLst>
    <p:sldId xmlns:r="http://schemas.openxmlformats.org/officeDocument/2006/relationships" id="256" r:id="Rea770d5d403f48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326fb1ffc40eb" /><Relationship Type="http://schemas.openxmlformats.org/officeDocument/2006/relationships/slideMaster" Target="/ppt/slideMasters/slideMaster1.xml" Id="Rec5481c8c11145a8" /><Relationship Type="http://schemas.openxmlformats.org/officeDocument/2006/relationships/notesMaster" Target="/ppt/notesMasters/notesMaster1.xml" Id="R5959eac249094a64" /><Relationship Type="http://schemas.openxmlformats.org/officeDocument/2006/relationships/presProps" Target="/ppt/presProps.xml" Id="R87dbcb57b3494533" /><Relationship Type="http://schemas.openxmlformats.org/officeDocument/2006/relationships/viewProps" Target="/ppt/viewProps.xml" Id="R7bf7a7ebec34425e" /><Relationship Type="http://schemas.openxmlformats.org/officeDocument/2006/relationships/tableStyles" Target="/ppt/tableStyles.xml" Id="Rd2395072c516430c" /><Relationship Type="http://schemas.openxmlformats.org/officeDocument/2006/relationships/slide" Target="/ppt/slides/slide1.xml" Id="Rea770d5d403f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90009225e40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481c81701f47bf" /><Relationship Type="http://schemas.openxmlformats.org/officeDocument/2006/relationships/notesMaster" Target="/ppt/notesMasters/notesMaster1.xml" Id="Rfc2a773d48ab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784cfb9f04f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7fe828c8894d76" /><Relationship Type="http://schemas.openxmlformats.org/officeDocument/2006/relationships/slideLayout" Target="/ppt/slideLayouts/slideLayout1.xml" Id="Re5c440531d9745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440531d9745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6058da9da4950" /><Relationship Type="http://schemas.openxmlformats.org/officeDocument/2006/relationships/notesSlide" Target="/ppt/notesSlides/notesSlide1.xml" Id="R1766ea0023e848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FAE08-7A30-4ECE-A4F8-10FFBDA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03E01-2704-4D76-BEF9-A0315F3E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LangGraph, in plain English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0BA5A-1E7E-4AA7-B483-1BBD807B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Think of LangGraph as the traffic controller for the negotiation. It decides who acts next, what state is carried forward, and when the process stops.</a:t>
            </a:r>
          </a:p>
        </p:txBody>
      </p:sp>
      <p:sp>
        <p:nvSpPr>
          <p:cNvPr id="4" name="start-box">
            <a:extLst xmlns:a="http://schemas.openxmlformats.org/drawingml/2006/main">
              <a:ext uri="{FF2B5EF4-FFF2-40B4-BE49-F238E27FC236}">
                <a16:creationId xmlns:a16="http://schemas.microsoft.com/office/drawing/2014/main" id="{5F473A61-9DEA-4B58-B93A-49CAAB57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6573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CDB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9EACA-D8C0-4535-99DD-BAE0F7B8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1. Press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4548D-616C-4703-B117-13FE61F2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1314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The frontend sends the demo settings and private agent configs.</a:t>
            </a:r>
          </a:p>
        </p:txBody>
      </p:sp>
      <p:sp>
        <p:nvSpPr>
          <p:cNvPr id="7" name="preflight-box">
            <a:extLst xmlns:a="http://schemas.openxmlformats.org/drawingml/2006/main">
              <a:ext uri="{FF2B5EF4-FFF2-40B4-BE49-F238E27FC236}">
                <a16:creationId xmlns:a16="http://schemas.microsoft.com/office/drawing/2014/main" id="{173FFA5D-CD3F-4792-871D-DCAA9B67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04950"/>
            <a:ext cx="180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CD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C302B-F8FC-4DEE-BF28-16A553A1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57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2. Preflight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DD5AC-F316-4BDB-81D1-8531FF45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90725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Backend checks the setup and initializes the shared negotiation state.</a:t>
            </a:r>
          </a:p>
        </p:txBody>
      </p:sp>
      <p:sp>
        <p:nvSpPr>
          <p:cNvPr id="10" name="turn-box">
            <a:extLst xmlns:a="http://schemas.openxmlformats.org/drawingml/2006/main">
              <a:ext uri="{FF2B5EF4-FFF2-40B4-BE49-F238E27FC236}">
                <a16:creationId xmlns:a16="http://schemas.microsoft.com/office/drawing/2014/main" id="{5AC9828E-94E4-4F8F-9682-7613CC3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504950"/>
            <a:ext cx="2000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CD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A2871-115A-4E12-AB59-B5C0654D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57350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3. Agent Turn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DA57A-72FC-465D-91EF-67694BE0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90725"/>
            <a:ext cx="1657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LangGraph routes to the next actor: Buyer, then Seller, then Buyer again.</a:t>
            </a:r>
          </a:p>
        </p:txBody>
      </p:sp>
      <p:sp>
        <p:nvSpPr>
          <p:cNvPr id="13" name="evaluate-box">
            <a:extLst xmlns:a="http://schemas.openxmlformats.org/drawingml/2006/main">
              <a:ext uri="{FF2B5EF4-FFF2-40B4-BE49-F238E27FC236}">
                <a16:creationId xmlns:a16="http://schemas.microsoft.com/office/drawing/2014/main" id="{AE34CB7E-C33D-4C41-8A51-2089D66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1952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A3610-6424-41DF-8332-CB628036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1609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4. 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11F08-6DFE-457E-A0CB-001597A9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90725"/>
            <a:ext cx="16097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Deterministic code validates JSON, scores utility, logs trace events, and checks stop rules.</a:t>
            </a:r>
          </a:p>
        </p:txBody>
      </p:sp>
      <p:sp>
        <p:nvSpPr>
          <p:cNvPr id="16" name="stop-box">
            <a:extLst xmlns:a="http://schemas.openxmlformats.org/drawingml/2006/main">
              <a:ext uri="{FF2B5EF4-FFF2-40B4-BE49-F238E27FC236}">
                <a16:creationId xmlns:a16="http://schemas.microsoft.com/office/drawing/2014/main" id="{E2AA3788-61C0-4799-B10C-A1BB8F26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04950"/>
            <a:ext cx="1866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CD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864D4-B2B6-42CA-A6D1-8A55D98E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57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5. Stop or Loop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AE530D-BF6E-4702-BCA4-DBF12A33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90725"/>
            <a:ext cx="152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Agreement, walk-away, deadlock, or max rounds ends the run. Otherwise it loops.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1AE65-35E7-49B7-89DD-614804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43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74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A746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43CFC-E561-4416-A11A-51D1925E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74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A746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3822D-DC0C-4B90-99E2-F7D8E226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43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74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A746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1CF9A-BFC4-413C-BF26-FD9F9C99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43100"/>
            <a:ext cx="22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A74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A7460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DF0BC-77AB-4CA0-BE77-D4D3290A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66865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CD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8E8E2-74CD-4C0F-B7A0-6E01ABBA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562350"/>
            <a:ext cx="592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actual LangGraph state diagram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DBD54-C337-4010-B125-A6D80E30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05250"/>
            <a:ext cx="5857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Only two real backend nodes are needed. The loop is the important part.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6FCFA0-E0C0-4BE8-A295-C46FAB94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3865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F0F5"/>
          </a:solidFill>
          <a:ln xmlns:a="http://schemas.openxmlformats.org/drawingml/2006/main" w="15240">
            <a:solidFill>
              <a:srgbClr val="2F6F8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548E9-25D9-4214-8550-472A92E5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00575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Preflight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17C40-B345-472B-B04C-FA4CDE17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16954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EC"/>
          </a:solidFill>
          <a:ln xmlns:a="http://schemas.openxmlformats.org/drawingml/2006/main" w="15240">
            <a:solidFill>
              <a:srgbClr val="4F7D6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3BB8A-D160-43AE-9A98-E50D6853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76750"/>
            <a:ext cx="1276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Agent Turn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48E41E-6DA3-4AB3-BF77-4B51B9CA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6250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Buyer or Seller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F2CAEC-48B4-4695-A972-C480D917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386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EDE9"/>
          </a:solidFill>
          <a:ln xmlns:a="http://schemas.openxmlformats.org/drawingml/2006/main" w="15240">
            <a:solidFill>
              <a:srgbClr val="A046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904B5-0584-4531-8D4B-DA0292B2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6005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046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0463A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8E2E9C-C487-431F-9650-9BC4F8B3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8E6F6-2E60-4A2C-97C6-1A05BD34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32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046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A0463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D9A12-6B96-40E1-9D61-56769D73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67325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F7D61"/>
                </a:solidFill>
                <a:latin typeface="Aptos"/>
                <a:ea typeface="Aptos"/>
                <a:cs typeface="Aptos"/>
              </a:rPr>
              <a:t>if still running, loop back to Agent Turn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F00E7B-883D-4E6D-B3D2-5A4D4994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71475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6CDB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658B14-8DAC-4493-B87B-0CFCFFB1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3028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What the LLM does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D3550D-5FBF-427D-ACD9-B47953CD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4F7"/>
          </a:solidFill>
          <a:ln xmlns:a="http://schemas.openxmlformats.org/drawingml/2006/main" w="12383">
            <a:solidFill>
              <a:srgbClr val="2F6F8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EECCC-E833-4559-A237-46E99FE8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95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Buyer 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80444B-AE52-47DB-B462-3A39E82A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57650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0E5"/>
          </a:solidFill>
          <a:ln xmlns:a="http://schemas.openxmlformats.org/drawingml/2006/main" w="12383">
            <a:solidFill>
              <a:srgbClr val="B678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9E806B-404F-421C-9D18-96A6AB44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990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678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6782F"/>
                </a:solidFill>
                <a:latin typeface="Aptos"/>
                <a:ea typeface="Aptos"/>
                <a:cs typeface="Aptos"/>
              </a:rPr>
              <a:t>Seller 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B240EB-47B6-4FAD-B556-873F0E99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line">
            <a:avLst/>
          </a:prstGeom>
          <a:ln xmlns:a="http://schemas.openxmlformats.org/drawingml/2006/main" w="20955">
            <a:solidFill>
              <a:srgbClr val="87919B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7EB875-E898-4C3D-8CF5-D18DDA22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1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16F"/>
                </a:solidFill>
                <a:latin typeface="Aptos"/>
                <a:ea typeface="Aptos"/>
                <a:cs typeface="Aptos"/>
              </a:rPr>
              <a:t>The LLM proposes a message, offer JSON, and short visible reasoning summary. It does not decide whether the workflow is done.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7109FE-B34A-4E0F-B8BE-6705991E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62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Interview answer: LangGraph was used to make the multi-agent workflow explicit, inspectable, and bounded. The agents propose; deterministic orchestration decides.</a:t>
            </a:r>
          </a:p>
        </p:txBody>
      </p:sp>
    </p:spTree>
    <p:extLst>
      <p:ext uri="{BB962C8B-B14F-4D97-AF65-F5344CB8AC3E}">
        <p14:creationId xmlns:p14="http://schemas.microsoft.com/office/powerpoint/2010/main" val="205224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2026-06-08T02:51:54.2130000Z</dcterms:created>
  <dcterms:modified xsi:type="dcterms:W3CDTF">2026-06-08T02:51:54.2130000Z</dcterms:modified>
</coreProperties>
</file>